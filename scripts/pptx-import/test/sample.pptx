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Remind students to bring their planners.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xample.edu/guide" TargetMode="External"/><Relationship Id="rId3" Type="http://schemas.openxmlformats.org/officeDocument/2006/relationships/hyperlink" Target="javascript:alert(1)" TargetMode="External"/><Relationship Id="rId4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 to Study Skills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Spring semester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your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Block out study time</a:t>
            </a:r>
          </a:p>
          <a:p>
            <a:pPr lvl="1"/>
            <a:r>
              <a:t>Morning is best</a:t>
            </a:r>
          </a:p>
          <a:p>
            <a:r>
              <a:t>Use a </a:t>
            </a:r>
            <a:r>
              <a:rPr b="1"/>
              <a:t>planner</a:t>
            </a:r>
            <a:r>
              <a:rPr i="1"/>
              <a:t> &amp; &lt;calendar&gt; </a:t>
            </a:r>
            <a:r>
              <a:rPr>
                <a:hlinkClick r:id="rId2"/>
              </a:rPr>
              <a:t>guide</a:t>
            </a:r>
          </a:p>
          <a:p>
            <a:r>
              <a:rPr>
                <a:hlinkClick r:id="rId3"/>
              </a:rPr>
              <a:t>bad link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to study</a:t>
            </a:r>
          </a:p>
        </p:txBody>
      </p:sp>
      <p:pic>
        <p:nvPicPr>
          <p:cNvPr id="3" name="Picture 2" descr="A blue library des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2743200" cy="1714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18288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Quiet places help focus.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Weekly schedule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Task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Mon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Read ch. 1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Tue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Quiz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Hidden slide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Untitled slide text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1828800" cy="1143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2743200"/>
            <a:ext cx="18288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45720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Study Skills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