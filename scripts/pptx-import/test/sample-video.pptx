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2.wav" ContentType="audio/wav"/>
  <Override PartName="/ppt/media/media3.avi" ContentType="video/avi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microsoft.com/office/2007/relationships/media" Target="../media/media2.wav"/><Relationship Id="rId3" Type="http://schemas.openxmlformats.org/officeDocument/2006/relationships/video" Target="../media/media2.wav"/><Relationship Id="rId4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microsoft.com/office/2007/relationships/media" Target="../media/media3.avi"/><Relationship Id="rId3" Type="http://schemas.openxmlformats.org/officeDocument/2006/relationships/video" Target="../media/media3.avi"/><Relationship Id="rId4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Relationship Id="rId5" Type="http://schemas.microsoft.com/office/2007/relationships/media" Target="../media/media2.wav"/><Relationship Id="rId6" Type="http://schemas.openxmlformats.org/officeDocument/2006/relationships/video" Target="../media/media2.wav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Emoting 101</a:t>
            </a:r>
          </a:p>
        </p:txBody>
      </p:sp>
      <p:pic>
        <p:nvPicPr>
          <p:cNvPr id="3" name="lecture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14400" y="1828800"/>
            <a:ext cx="3657600" cy="2057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Listen to this</a:t>
            </a:r>
          </a:p>
        </p:txBody>
      </p:sp>
      <p:pic>
        <p:nvPicPr>
          <p:cNvPr id="3" name="note.wav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14400" y="1828800"/>
            <a:ext cx="914400" cy="914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Old format</a:t>
            </a:r>
          </a:p>
        </p:txBody>
      </p:sp>
      <p:pic>
        <p:nvPicPr>
          <p:cNvPr id="3" name="old.avi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14400" y="1828800"/>
            <a:ext cx="1828800" cy="1371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Two clips</a:t>
            </a:r>
          </a:p>
        </p:txBody>
      </p:sp>
      <p:pic>
        <p:nvPicPr>
          <p:cNvPr id="3" name="lecture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57200" y="1828800"/>
            <a:ext cx="2743200" cy="1554480"/>
          </a:xfrm>
          <a:prstGeom prst="rect">
            <a:avLst/>
          </a:prstGeom>
        </p:spPr>
      </p:pic>
      <p:pic>
        <p:nvPicPr>
          <p:cNvPr id="4" name="note.wav">
            <a:hlinkClick r:id="" action="ppaction://media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572000" y="1828800"/>
            <a:ext cx="914400" cy="914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Emoting 101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